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idc/2026-05-09-idc-datacenter-insight.md 六大集群汇总 → 液冷机柜53万（2026E）; s039 CSP运营商AIDC机柜~10万架（占AIDC~11%）锚定下限; 推算:AIDC机柜=智算负载÷单柜功率(50kW→80kW) 液冷机柜=AIDC×渗透率 | 📐口径三重锁定：全量(~1400万) ⊃ AIDC(~90万) ⊃ 液冷(~53万) | 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sources/reports/supernode/H3_AP202604131821150647_1.pdf 华金证券→昇腾路线图(引自华为全联接大会/徐直军); HiBL/HiZQ=华为自研HBM双轨 | 灵衢(UnifiedBus)=华为超节点互联协议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sources/reports/supernode/H3_AP202604081821055447_1.pdf 中银国际→国产排序; s005 AIDC液冷机柜10→52万架(锚定运营商); TAM=单柜数×ASP×机柜数。2030:120片×¥300×52万柜≈¥18.7B【估算】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在架机柜(万架·全量)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IT负载(GW·全量)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AIDC机柜(万架·推算)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🔥液冷机柜(万架)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液冷渗透率(AIDC内)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📐口径：液冷机柜2026E=~53万架，基于IDC洞察六大集群自下而上加总(京津冀16-20+长三角10-12+珠三角8-10+西南8-10+西北5-8+东北3-5)。取代原公式推算(20万)。可靠性：信通院+IDC圈+券商交叉验证。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液冷机柜从~7万(2024A)→~52万(2030E)。口径=智算AIDC内液冷，与运营商~10万架锚定一致。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华为昇腾-芯片路线图(→2028)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1005840"/>
                <a:gridCol w="640080"/>
                <a:gridCol w="640080"/>
                <a:gridCol w="1188720"/>
                <a:gridCol w="822960"/>
                <a:gridCol w="64008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Prefill+推荐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HiBL1.0(自研)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7家整机伙伴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HiZQ2.0 144GB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超聚变/浪潮/昆仑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旗舰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1.5×+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昇腾确立一年一代算力翻倍节奏 | 自研HBM双轨(HiBL低成本/HiZQ高性能) | 灵衢协议8192卡全互联</a:t>
            </a:r>
            <a:endParaRPr lang="en-US" sz="900" dirty="0"/>
          </a:p>
        </p:txBody>
      </p:sp>
      <p:pic>
        <p:nvPicPr>
          <p:cNvPr id="11" name="Image 0" descr="/root/data/disk/liquid-cooling-ecosystem/analysis/liquid-cooling/ppt/v9-expanded-r4/slides/../../imgs/hj_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91840"/>
            <a:ext cx="411480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3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⚠️口径：AIDC机柜=智算中心专用机柜，非全量DC。四家CSP合计~10万架≈P5 AIDC~26万架的38%，其余为OTT自建+区域智算中心。CSP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¥0.5B→¥19B 蓝海(锚定52万柜)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2026 ¥1.5B→2030 ¥12-20B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10K-15K→300K-600K套(锚定5→52万柜)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2026-05-10T06:54:12Z</dcterms:created>
  <dcterms:modified xsi:type="dcterms:W3CDTF">2026-05-10T06:54:12Z</dcterms:modified>
</cp:coreProperties>
</file>