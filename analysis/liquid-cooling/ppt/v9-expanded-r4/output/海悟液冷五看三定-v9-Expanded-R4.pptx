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中国信通院 数据中心发展报告(2026) → 全量机柜/IT负载/智算负载; s039 CSP运营商AIDC机柜~10万架（占AIDC~38%）→锚定2025E基数; 推算:AIDC机柜=智算负载÷单柜功率(50kW→100kW) 液冷机柜=AIDC×渗透率 | 📐口径：全量含传统DC+智算+政企，AIDC仅为智算专用 | 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全球九大CSP $8,300亿(2026E) 同比+79%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sources/reports/supernode/H3_AP202604131821150647_1.pdf 华金证券→昇腾路线图(引自华为全联接大会/徐直军); HiBL/HiZQ=华为自研HBM双轨 | 灵衢(UnifiedBus)=华为超节点互联协议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昇腾全系TDP/出货; sources/wechat/2026-05-07-ott-csp-gpu-capex-830b-usd.md, sources/wechat/2026-05-07-ott-csp-gpu-capex-830b-usd.md → 昇腾950PR 75万颗已订满; sources/wechat/2026-05-07-ott-csp-gpu-capex-830b-usd.md, sources/wechat/2026-05-07-gb300-liquid-cooling-domestic-breakthrough.md → 国产冷板降价25-32% 交付10-15周; 推算:Manifold=180万卡×60%(液冷)×¥2K/卡×5%=¥10M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sources/reports/supernode/H3_AP202604081821055447_1.pdf 中银国际→国产排序; s005 AIDC液冷机柜10→52万架(锚定运营商); TAM=单柜数×ASP×机柜数。2030:120片×¥300×52万柜≈¥18.7B【估算】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在架机柜(万架·全量)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IT负载(GW·全量)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AIDC机柜(万架·推算)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🔥液冷机柜(万架)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液冷渗透率(AIDC内)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数据口径一致：液冷机柜=智算负载÷AIDC单柜功率×液冷渗透率。运营商+OTT自建+区域智算中心三源锚定。2025E液冷~10万架与运营商实际部署吻合。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液冷机柜从~7万(2024A)→~52万(2030E)。口径=智算AIDC内液冷，与运营商~10万架锚定一致。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(国信证券2026-04-14)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华为昇腾-芯片路线图(→2028) 一年一代翻倍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22960"/>
                <a:gridCol w="1005840"/>
                <a:gridCol w="640080"/>
                <a:gridCol w="640080"/>
                <a:gridCol w="1188720"/>
                <a:gridCol w="822960"/>
                <a:gridCol w="64008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伙伴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Prefill+推荐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HiBL1.0(自研)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7家整机伙伴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HiZQ2.0 144GB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超聚变/浪潮/昆仑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旗舰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1.5×+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昇腾确立一年一代算力翻倍节奏 | 自研HBM双轨(HiBL低成本/HiZQ高性能) | 灵衢协议8192卡全互联</a:t>
            </a:r>
            <a:endParaRPr lang="en-US" sz="900" dirty="0"/>
          </a:p>
        </p:txBody>
      </p:sp>
      <p:pic>
        <p:nvPicPr>
          <p:cNvPr id="11" name="Image 0" descr="/root/data/disk/liquid-cooling-ecosystem/analysis/liquid-cooling/ppt/v9-expanded-r4/slides/../../imgs/hj_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91840"/>
            <a:ext cx="411480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3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900整柜液冷→华为指定冷板→海悟机会:Manifold/CDU(非GPU绑定)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910B:风冷/冷板可选→950PR:推荐冷板→950DT:冷板为主→Atlas 900:液冷整柜刚需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P1(Manifold/CDU)→通过浪潮/宁畅→冷板P2(认证后2027+)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⚠️口径：AIDC机柜=智算中心专用机柜，非全量DC。四家CSP合计~10万架≈P5 AIDC~26万架的38%，其余为OTT自建+区域智算中心。CSP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¥0.5B→¥19B 蓝海(锚定52万柜)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2026 ¥1.5B→2030 ¥12-20B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10K-15K→300K-600K套(锚定5→52万柜)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(5篇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华源→国产超节点液冷 | 东吴→曙光海光HSL | 国信→$535B全球液冷 | 华金→昇腾路线图(→2028)+灵衢 | 中银国际→国产AI芯片41%份额 IDC排名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2026-05-10T05:01:29Z</dcterms:created>
  <dcterms:modified xsi:type="dcterms:W3CDTF">2026-05-10T05:01:29Z</dcterms:modified>
</cp:coreProperties>
</file>