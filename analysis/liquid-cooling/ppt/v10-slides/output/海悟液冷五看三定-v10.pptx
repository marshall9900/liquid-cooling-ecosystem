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MI350P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961120" y="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0" y="914400"/>
            <a:ext cx="914400" cy="914400"/>
          </a:xfrm>
          <a:prstGeom prst="rect">
            <a:avLst>
              <a:gd name="adj" fmla="val 5000"/>
            </a:avLst>
          </a:prstGeom>
          <a:solidFill>
            <a:srgbClr val="4472C4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GPU洞察v6 + AMD MI350P (ServeTheHome/2026-05-07)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IDC 2025: 国产AI芯片165万张(41%) 英伟达95%→55% 华为81万颗领跑 (中银国际)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MS承诺2年AI基础设施翻倍 | Anthropic签约SpaceX Colossus 1 DC | Google TPU8全栈AI | AI推理转向CPU (Arista)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+ NetworkWorld/ServeTheHome/Next Platform (2026-05-07~11)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国产芯片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国产165万张(41%)，华为81万颗领跑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英伟达95%→55% — 国产供应链液冷认证窗口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2025E ~10万架→2030E ~52万架(智算口径)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智算AIDC内液冷渗透35%→80%，全量口径不可套用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7548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754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冷却可靠性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5074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US-East-1热事件宕机(2026.05.07)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50749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冷却恢复5h+ = DC最慢链路 → 冗余冷却=采购刚需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 (国信证券 2026-04-14)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全球液冷组件市场 ($B)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06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 43.6%  |  冷板+CDU占81.5%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84632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中国市场推估 (全球×25-30%)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单机柜液冷价值量 (NVL72基准: $83,770)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冷板(服务)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液冷占机柜(~$3M)约3%，但技术壁垒高、替换粘性强 | 源: 国信证券《服务器液冷专题》(2026-04-14)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¥3-5B(26E)→¥10-15B(28E) | 电源冷板 ¥0.5-1B→¥3-5B | 快接头(国产) ¥1-2B→¥5-10B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v7 + 各公司年报/SEC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新: Arista XPO集成冷板400W/模块(12.8T/模块) — 光模块冷板蓝海确认 | 气冷vs液冷长期共存 | 供应链全链短缺1-2年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灵衢互联 一年一代翻倍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Atlas950→960→970(2028)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AMD MI350P: PCIe冷板新形态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昇腾线需华为认证体系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PCIe冷板=新增量入口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供应链短缺1-2年(晶圆/芯片/光模块)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冷却可靠性=新采购维度(AWS宕机)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冗余CDU=差异化卖点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pic>
        <p:nvPicPr>
          <p:cNvPr id="19" name="Image 0" descr="/root/data/disk/liquid-cooling-ecosystem/analysis/liquid-cooling/ppt/v10-slides/slides/../../imgs/hj_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114800"/>
            <a:ext cx="256032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电源冷板+内存冷板+光模块冷板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冷却可靠性: AWS宕机事件 → 冗余CDU(N+1/热插拔) = IDC采购新增评估维度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液冷组件BOM与战略矩阵 | NVL72单柜 $83,770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国信证券《服务器液冷专题》(2026-04-14) | BOM + 优先级 + 海悟战略 三合一视图</a:t>
            </a:r>
            <a:endParaRPr lang="en-US" sz="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"/>
                <a:gridCol w="594360"/>
                <a:gridCol w="502920"/>
                <a:gridCol w="822960"/>
                <a:gridCol w="1051560"/>
                <a:gridCol w="822960"/>
                <a:gridCol w="160020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BOM占比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1828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单柜液冷总额: $83,770 | 冷板(43%)+CDU(36%)=79% | 液冷占机柜(~$3M)约3%，但技术壁垒高、替换粘性强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海悟进攻路线: Manifold(低壁垒出量)→电源冷板(蓝海爆量)→CPU冷板(认证主力)→快接头(国产替代协同)→CDU(远期系统级)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  |  关键: 2026是"交易落地"元年，液冷从可选→标配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42976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Arista XPO光模块冷板400W(12.8T/模块) 蓝海确认 | 源: 国信证券(2026-04-14) + 华源证券共识</a:t>
            </a:r>
            <a:endParaRPr lang="en-US" sz="750" dirty="0"/>
          </a:p>
        </p:txBody>
      </p:sp>
      <p:pic>
        <p:nvPicPr>
          <p:cNvPr id="11" name="Image 0" descr="/root/data/disk/liquid-cooling-ecosystem/analysis/liquid-cooling/ppt/v10-slides/slides/../../imgs/gx_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4114800"/>
            <a:ext cx="292608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3" name="Text 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480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Arista XPO光模块冷板: 单体400W, 12.8T/模块, 204.8T/OCP RU. 光模块冷板蓝海确认→海悟新增量入口</a:t>
            </a:r>
            <a:endParaRPr lang="en-US" sz="800" dirty="0"/>
          </a:p>
        </p:txBody>
      </p:sp>
      <p:pic>
        <p:nvPicPr>
          <p:cNvPr id="29" name="Image 0" descr="/root/data/disk/liquid-cooling-ecosystem/analysis/liquid-cooling/ppt/v10-slides/slides/../../imgs/gj_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474720"/>
            <a:ext cx="2926080" cy="164592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2030E全球$20.6B, 占比36%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结论: CDU技术壁垒低,竞争最激烈。不主攻,但需储备能力以备系统级打包。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2030E全球$5B, 国产替代最强窗口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国产替代窗口2-3年, 成本优势30%+国产化政策驱动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 (v7)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550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16712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新文件导入→所有关联洞察联动刷新+索引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(v7, 2026-05-11)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 v6 🔥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32588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 v6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supernode/2026-05-10-*-insight.md ×2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 v6 🔥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18745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 v6 🔥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0574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 v6 🔥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24028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 v7 🔥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4231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cooling/2026-05-10-guosen-*-space.md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260604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decision/standards/operations/strategy/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27889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754880" y="29718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analysis/liquid-cooling/INDEX.md v1.1 🔥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2026-05-11 新增情报 (14条RSS+3篇研报→5维洞察刷新)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AWS热事件冷却宕机 | Arista XPO冷板400W | AI DC水/电/噪音 | AMD MI350P | Anthropic SpaceX Colossus | Google TPU8 | MS基础设施翻倍 | Gartner交换机风暴 | 康宁NV光入柜内 | 国产AI算力液冷推荐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数据源: SEC EDGAR ×13 | Eastmoney研报 ×572+ | RSS 186篇(2026-05-11) | 微信文章 | ChangeDetection网页快照 | Bloomberg/Gartner/Dell'Oro Group快照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2026-05-11T06:50:04Z</dcterms:created>
  <dcterms:modified xsi:type="dcterms:W3CDTF">2026-05-11T06:50:04Z</dcterms:modified>
</cp:coreProperties>
</file>