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GPU洞察v5 + SEC 10-K NVDA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IDC 2025: 国产AI芯片165万张(41%) 英伟达95%→55% 华为81万颗领跑 (中银国际)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MSFT/GOOG/AMZN/META (2026-04-30) + sources/wechat/2026-05-07-ott-csp-gpu-capex-830b-usd.md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国产芯片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国产165万张(41%)，华为81万颗领跑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英伟达95%→55% — 国产供应链液冷认证窗口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2026年50%+新建DC必须液冷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从选配变标配，PUE政策铁拳(1.25/1.15)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 (国信证券 2026-04-14)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全球液冷组件市场 ($B)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06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 43.6%  |  冷板+CDU占81.5%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84632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中国市场推估 (全球×25-30%)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单机柜液冷价值量 (NVL72基准: $83,770)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冷板(服务)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液冷占机柜(~$3M)约3%，但技术壁垒高、替换粘性强 | 源: 国信证券《服务器液冷专题》(2026-04-14)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¥3-5B(26E)→¥10-15B(28E) | 电源冷板 ¥0.5-1B→¥3-5B | 快接头(国产) ¥1-2B→¥5-10B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+ 各公司年报/SEC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灵衢互联 一年一代翻倍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Atlas950→960→970(2028)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昇腾线需华为认证体系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pic>
        <p:nvPicPr>
          <p:cNvPr id="19" name="Image 0" descr="/root/data/disk/liquid-cooling-ecosystem/analysis/liquid-cooling/ppt/v10-slides/slides/../../imgs/hj_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114800"/>
            <a:ext cx="256032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机柜级液冷组件BOM: NVL72单柜分解 ($83,770)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国信证券《服务器液冷专题》(2026-04-14)</a:t>
            </a:r>
            <a:endParaRPr lang="en-US" sz="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822960"/>
                <a:gridCol w="914400"/>
                <a:gridCol w="640080"/>
                <a:gridCol w="1828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小计(USD)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单柜液冷总额: $83,770 | 冷板(43%)+CDU(36%)=79% | 液冷占机柜(~$3M)约3%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海悟优先级: Manifold(低壁垒出量)→电源冷板(蓝海×技术同源)→CPU冷板(认证主力)→快接头(国产替代协同)→CDU(远期系统级)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2026年是"交易落地"元年 — 液冷从可选→标配，下半年规模化出货 (华源证券+国信证券共识)</a:t>
            </a:r>
            <a:endParaRPr lang="en-US" sz="900" dirty="0"/>
          </a:p>
        </p:txBody>
      </p:sp>
      <p:pic>
        <p:nvPicPr>
          <p:cNvPr id="9" name="Image 0" descr="/root/data/disk/liquid-cooling-ecosystem/analysis/liquid-cooling/ppt/v10-slides/slides/../../imgs/gx_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4023360"/>
            <a:ext cx="2926080" cy="1371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2030E全球$20.6B, 占比36%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结论: CDU技术壁垒低,竞争最激烈。不主攻,但需储备能力以备系统级打包。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2030E全球$5B, 国产替代最强窗口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国产替代窗口2-3年, 成本优势30%+国产化政策驱动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组件优先级矩阵: 海悟进攻路线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1005840"/>
                <a:gridCol w="1005840"/>
                <a:gridCol w="914400"/>
                <a:gridCol w="1097280"/>
                <a:gridCol w="15544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差异化空间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 (v6)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550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16712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🔥新文件导入→所有关联洞察联动刷新+索引留痕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(v6, 2026-05-10)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34416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 v6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54533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supernode/2026-05-10-*-insight.md ×2 NEW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17465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194767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3500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 v6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5511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cooling/2026-05-10-guosen-*-space.md NEW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27523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decision/standards/operations/strategy/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2953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75488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analysis/liquid-cooling/INDEX.md NEW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新增源文件 (2026-05-10)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华源证券《关注26年国产超节点液冷新增量》(2026-04-12) | 东吴证券《海光&amp;曙光系超节点》(2026-04-14) | 国信证券《服务器液冷专题》(2026-04-14) 535亿美元CAGR43.6%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数据源: SEC EDGAR ×13 | Eastmoney研报 ×569+ | RSS(Hub+FlareSolverr) | 微信文章 | ChangeDetection网页快照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2026-05-10T03:53:53Z</dcterms:created>
  <dcterms:modified xsi:type="dcterms:W3CDTF">2026-05-10T03:53:53Z</dcterms:modified>
</cp:coreProperties>
</file>