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 v5 + SEC 10-K NVDA 2026-02-25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MSFT/GOOG/AMZN/META (2026-04-30) + sources/wechat/2026-05-07-ott-csp-gpu-capex-830b-usd.md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2026年50%+新建DC必须液冷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从选配变标配，PUE政策铁拳(1.25/1.15)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DC建设加速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中国6大集群, 2026E液冷机柜53万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2030E 400万+，TAM确定性极强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组件TAM($B)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48-60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80160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推算方法：液冷机柜数 = DC六大集群 × 新建DC液冷渗透率(50%→80%)。组件TAM = 机柜数 × 液冷组件ASP(全球基准USD/国产化¥)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(中国组件TAM中可切入部分)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828800"/>
                <a:gridCol w="32004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SAM(¥B)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 SAM(¥B)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+ OEM BOM推算 + IDC机柜数交叉验证</a:t>
            </a:r>
            <a:endParaRPr lang="en-US" sz="700" dirty="0"/>
          </a:p>
        </p:txBody>
      </p:sp>
      <p:sp>
        <p:nvSpPr>
          <p:cNvPr id="12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3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+ 各公司年报/SEC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封闭但可突破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寒武纪/平头哥: 开放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通过国产GPU直达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机柜级液冷组件BOM: NVL72单柜分解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57200"/>
                <a:gridCol w="1005840"/>
                <a:gridCol w="1005840"/>
                <a:gridCol w="45720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小计(USD)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单柜液冷组件总额: ~$50-100K | 2026E 液冷组件TAM $17-22B(全球)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海悟优先级: Manifold(低壁垒出量)→电源冷板+内存冷板(蓝海差异化)→CPU冷板(认证主力)→CDU+快接头(远期)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架构图参考-液冷PPT配套.md + cooling/ + 五看三定v5 Component TAM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组件最大价值但壁垒低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CDU技术壁垒低, 竞争最激烈。海悟不主攻, 但须储备能力以备系统级打包。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国产替代最强窗口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关键窗口: Staubli垄断72%市场, 国产替代窗口1-2年。成本优势30%+国产化政策 = P1储备。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组件优先级矩阵: 海悟进攻路线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1005840"/>
                <a:gridCol w="1005840"/>
                <a:gridCol w="914400"/>
                <a:gridCol w="1097280"/>
                <a:gridCol w="15544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差异化空间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754880" y="9144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(v5, 2026-05-09)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280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754880" y="148132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6824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88366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208483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2286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cooling/2026-05-09-cooling-competition-insight.md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48716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decision/2026-05-09-decision-chain.md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68833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operations/...·-operations-ops-insight.md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8895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standards/...-standards-policy-insight.md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309067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strategy/...-strategy-insight.md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3291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sources/sec/{gpu,ott,oem}/{NVDA,AMD,INTC,MSFT,GOOG,AMZN,META,BIDU,JD,DELL,SMCI,VRT,NVENT}/ ×13 SEC EDGAR (cron每周六自动) | sources/wechat/ ×9(5/6-5/7) | sources/reports/company/ ×666东方财富研报 | sources/rss/ ×2(5/7-5/9)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完整索引: docs/数据溯源-源文件总索引.md | 架构门禁: docs/PPT架构审核门禁-v10设计.md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2026-05-09T07:54:00Z</dcterms:created>
  <dcterms:modified xsi:type="dcterms:W3CDTF">2026-05-09T07:54:00Z</dcterms:modified>
</cp:coreProperties>
</file>